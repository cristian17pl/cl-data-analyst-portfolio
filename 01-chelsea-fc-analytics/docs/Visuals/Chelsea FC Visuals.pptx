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628"/>
    <a:srgbClr val="C8A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C74F-3D72-BF5E-7608-783BECD92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38F52-8C1B-B151-B31B-C087E2C9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FC69-309A-AD1E-D824-FDBFF49E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99CB-BA78-8073-5E54-2F75E722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C906-DD20-043E-131C-13A09A04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6650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A802-BEB2-6405-628B-4708625C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30AFA-49E5-A39F-A988-A1CB95976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EAAE0-E96E-8BCD-7154-39F889C5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E884-66F7-BD50-D26E-C5C45977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E422-F619-B1E9-60E4-C6C543CD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125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952E-A69C-5C47-8C1D-BB007330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5151-F89E-560E-4045-E98D2484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B983-8FB4-B5A2-CA19-7B83A99E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4F8B-84A8-43C7-F6BA-0F53C80C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E1B60-2831-EA21-008D-C5891CDB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77370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0173-AD5F-E05A-89AD-3FCC9289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058-24C8-C010-7C54-DC3EF2DD5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EF971-FB6A-6288-ED3F-026D93A29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8C073-04B0-41D9-C846-929D5CAA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6F2CF-378D-A205-8ABD-9A716591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2344-96F5-AF97-069F-7AC41946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327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E79C-AE15-7B00-3E24-EC2CA4DF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DF3C-7AC2-9392-E11A-947A9663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483F9-007C-C020-3B66-50EF1A5AC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20154-FF5B-C49D-8006-5FF310090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BC8DB-3F8A-56C2-8F4E-815A6CABE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4DB81-379D-5FCB-858F-D3BB5639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E647F-BD3B-6863-7DD4-A55BE4C8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94D0D-8612-7084-E752-0F7E2B6F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1447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6D98-C96A-2CEC-196F-99964304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43365-8402-4089-699F-87A5E63B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723BE-56BE-B413-4EC9-B66A63DC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48B7E-B10E-3360-F104-26EC2E7C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45671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A7B25-B035-5351-03EF-0A60C621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CB26C-5ED6-57A7-9A2A-D1F4D2E9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0664-7AD3-BC6C-DBB1-959330AD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4371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9D7B-BB50-B2AA-724C-C3BB0CB7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B0A6-C011-835E-3F92-BCE3F5322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4386F-C106-0CDD-F374-68EE05BB0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CDD9E-9452-8CBB-E93F-C95C7971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6CE24-68C6-85C7-7B2D-D74AE4B7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31815-8D64-834D-6AB9-FE6653A25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17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6FDD-D0D3-FE7D-4F32-5A4DD5B5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2A6F3-CAA1-EBD2-03A5-4E59CD0A3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D6D66-5044-1A58-A943-6E84AFBC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EE76-5D55-237C-9D35-3217A12C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AEB-F55F-2944-2C7D-4A97AE62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4A65F-8B45-35FD-7560-4079F5DD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8747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31AF-0E83-B087-05FE-528EF2DC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314F8-3B8B-B852-E537-64728056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D92F0-0E15-756D-BA8D-BCAEE6A7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9FA38-BB81-B620-8C5B-9241C0F3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2E2F-0E20-0407-9D6D-FF020D09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5059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AAEE5-5B29-1C19-A3C9-7FA467FFA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05D93-DF8D-154D-D864-ED0A3D0A1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E922-D4DE-A896-A911-9562519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6195-E555-9EE5-510D-DC4D441A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1202F-C70C-8BE1-5A98-DA361F30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51244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6F4B7-FB23-3359-C357-6FA1CF51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H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C6DEE-34D8-0089-F868-77FE9D64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H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031AA-62C1-E029-6484-5598C621B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1455B-5A8B-4E40-B47A-3E7D9ED3ECB3}" type="datetimeFigureOut">
              <a:rPr lang="es-HN" smtClean="0"/>
              <a:t>25/5/2026</a:t>
            </a:fld>
            <a:endParaRPr lang="es-H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FF8A-E788-F553-3C29-427E55449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5E6EE-EBD4-70B8-5ADF-39FCFEF81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15D0E-FF94-44C6-B5D1-F380960F1B79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01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31B68-4927-CA4F-6CF0-8DA2D39B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562" y="189345"/>
            <a:ext cx="2094873" cy="13092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97EEA2-8A63-07B5-573E-DC8331A5B942}"/>
              </a:ext>
            </a:extLst>
          </p:cNvPr>
          <p:cNvSpPr/>
          <p:nvPr/>
        </p:nvSpPr>
        <p:spPr>
          <a:xfrm>
            <a:off x="363166" y="113490"/>
            <a:ext cx="11487089" cy="6555165"/>
          </a:xfrm>
          <a:prstGeom prst="rect">
            <a:avLst/>
          </a:prstGeom>
          <a:noFill/>
          <a:ln>
            <a:solidFill>
              <a:srgbClr val="C8A84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E9EE5B-CA1A-FCA1-BC12-73285FC53CDA}"/>
              </a:ext>
            </a:extLst>
          </p:cNvPr>
          <p:cNvSpPr/>
          <p:nvPr/>
        </p:nvSpPr>
        <p:spPr>
          <a:xfrm>
            <a:off x="0" y="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12B70A-3E01-5FA7-2DF7-21079CF19489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17935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253F1-E5DA-0203-E65B-5E58B89A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C2F10F-63C6-A2A8-F6D2-47AC4D8F9C8B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B4D70-C13B-6353-8331-C9FD008B1418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8BB5E-FD5B-DAF9-EDF6-904FB399BD49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42281-0F38-8A6A-F2FC-52F2F903F60B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Season Overview</a:t>
            </a:r>
          </a:p>
        </p:txBody>
      </p:sp>
    </p:spTree>
    <p:extLst>
      <p:ext uri="{BB962C8B-B14F-4D97-AF65-F5344CB8AC3E}">
        <p14:creationId xmlns:p14="http://schemas.microsoft.com/office/powerpoint/2010/main" val="106641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BE433-9EF9-BC0B-0FE1-4DDD0FA5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1F6DFC-4572-F379-B4C3-39D1810AA103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FCB85-3C80-AC84-35BF-D0A5CA67C6E0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DD6F5-372C-ECB2-4260-0C67A00F6F96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D26DA-EF4C-9FB2-1073-7D56117D924F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Match Performance</a:t>
            </a:r>
          </a:p>
        </p:txBody>
      </p:sp>
    </p:spTree>
    <p:extLst>
      <p:ext uri="{BB962C8B-B14F-4D97-AF65-F5344CB8AC3E}">
        <p14:creationId xmlns:p14="http://schemas.microsoft.com/office/powerpoint/2010/main" val="23248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B88AA-D12D-5AF4-655A-E173C1D1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B87828-A43C-6384-FFEF-9CD932E53A26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CB875-4D18-DE76-5470-0F86A3199D08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ABFA6E-43AB-DC85-89A5-B2C229FC1F3E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CDA48-162C-473D-45DD-8925CF474516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Financial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376459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C87A1-1C73-A3A0-5117-29F853F7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DB2FC3-02F2-129E-B350-639631CC9F9D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4ED7CB-07F0-0F3B-C6A5-EC29828DCA6F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2EE0D8-972A-D17B-D7CC-AC3B2474918D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5DE02-2895-8980-F316-06F69B7DAE7A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Transfer </a:t>
            </a:r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Activity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0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99ED0-3601-25EC-B03D-627CCA89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77B115-5318-1B31-8750-4D58CCB5BD69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971FE-504D-E539-4AF6-E6BDEDBF60F7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A1E9D-7F03-8DAD-DC2C-721667DE6585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9D0B5-A777-9FA2-39DD-A6979B40BA10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400" b="1" dirty="0" err="1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Squad</a:t>
            </a:r>
            <a:r>
              <a:rPr lang="es-HN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&amp; Wages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5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F3EFA-8D42-83BD-5912-08D79506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9434F9-6A99-9F06-CD12-96B9D438D514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79A34-BE46-1282-1963-A06BA53721B6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4F8782-C761-20C2-63C8-C9A43164634E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BF81E-EB43-4DD5-381F-7C094EA05918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Player Market Value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68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CCA55-1530-0748-2729-1DA5E16F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AC9991-E75D-52BF-F63F-5B89CD0639CC}"/>
              </a:ext>
            </a:extLst>
          </p:cNvPr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8CF36-833B-7323-0508-436573AC2C39}"/>
              </a:ext>
            </a:extLst>
          </p:cNvPr>
          <p:cNvSpPr/>
          <p:nvPr/>
        </p:nvSpPr>
        <p:spPr>
          <a:xfrm>
            <a:off x="-1" y="6744510"/>
            <a:ext cx="12192000" cy="11349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26D11-8354-3A8B-C9D6-1297733A8658}"/>
              </a:ext>
            </a:extLst>
          </p:cNvPr>
          <p:cNvSpPr/>
          <p:nvPr/>
        </p:nvSpPr>
        <p:spPr>
          <a:xfrm>
            <a:off x="-1" y="71438"/>
            <a:ext cx="12192000" cy="404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H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AF8D1-B414-99F8-9B81-0DAA48E8ABB9}"/>
              </a:ext>
            </a:extLst>
          </p:cNvPr>
          <p:cNvSpPr txBox="1"/>
          <p:nvPr/>
        </p:nvSpPr>
        <p:spPr>
          <a:xfrm>
            <a:off x="143255" y="109538"/>
            <a:ext cx="2523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Georgia" panose="02040502050405020303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Player Performance</a:t>
            </a:r>
            <a:endParaRPr lang="es-HN" sz="1400" b="1" dirty="0">
              <a:solidFill>
                <a:schemeClr val="bg1"/>
              </a:solidFill>
              <a:latin typeface="Georgia" panose="02040502050405020303" pitchFamily="18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626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16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perez</dc:creator>
  <cp:lastModifiedBy>cristian perez</cp:lastModifiedBy>
  <cp:revision>3</cp:revision>
  <dcterms:created xsi:type="dcterms:W3CDTF">2026-05-22T02:48:00Z</dcterms:created>
  <dcterms:modified xsi:type="dcterms:W3CDTF">2026-05-26T03:32:17Z</dcterms:modified>
</cp:coreProperties>
</file>