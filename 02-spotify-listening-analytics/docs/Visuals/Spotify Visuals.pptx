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B954"/>
    <a:srgbClr val="0A1628"/>
    <a:srgbClr val="C8A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C74F-3D72-BF5E-7608-783BECD92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38F52-8C1B-B151-B31B-C087E2C96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H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FFC69-309A-AD1E-D824-FDBFF49EA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28/6/2026</a:t>
            </a:fld>
            <a:endParaRPr lang="es-H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A99CB-BA78-8073-5E54-2F75E722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EC906-DD20-043E-131C-13A09A04B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76650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A802-BEB2-6405-628B-4708625C1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30AFA-49E5-A39F-A988-A1CB95976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EAAE0-E96E-8BCD-7154-39F889C53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28/6/2026</a:t>
            </a:fld>
            <a:endParaRPr lang="es-H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3E884-66F7-BD50-D26E-C5C45977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6E422-F619-B1E9-60E4-C6C543CD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2125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952E-A69C-5C47-8C1D-BB007330A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A5151-F89E-560E-4045-E98D2484A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CB983-8FB4-B5A2-CA19-7B83A99E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28/6/2026</a:t>
            </a:fld>
            <a:endParaRPr lang="es-H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04F8B-84A8-43C7-F6BA-0F53C80C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E1B60-2831-EA21-008D-C5891CDBC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773705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0173-AD5F-E05A-89AD-3FCC9289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E4058-24C8-C010-7C54-DC3EF2DD5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EF971-FB6A-6288-ED3F-026D93A29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8C073-04B0-41D9-C846-929D5CAA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28/6/2026</a:t>
            </a:fld>
            <a:endParaRPr lang="es-H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6F2CF-378D-A205-8ABD-9A716591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72344-96F5-AF97-069F-7AC41946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3277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E79C-AE15-7B00-3E24-EC2CA4DF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CDF3C-7AC2-9392-E11A-947A96632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483F9-007C-C020-3B66-50EF1A5AC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20154-FF5B-C49D-8006-5FF310090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BBC8DB-3F8A-56C2-8F4E-815A6CABE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4DB81-379D-5FCB-858F-D3BB5639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28/6/2026</a:t>
            </a:fld>
            <a:endParaRPr lang="es-H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E647F-BD3B-6863-7DD4-A55BE4C8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D94D0D-8612-7084-E752-0F7E2B6F0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31447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6D98-C96A-2CEC-196F-99964304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43365-8402-4089-699F-87A5E63B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28/6/2026</a:t>
            </a:fld>
            <a:endParaRPr lang="es-H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723BE-56BE-B413-4EC9-B66A63DC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48B7E-B10E-3360-F104-26EC2E7C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45671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A7B25-B035-5351-03EF-0A60C621A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28/6/2026</a:t>
            </a:fld>
            <a:endParaRPr lang="es-H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4CB26C-5ED6-57A7-9A2A-D1F4D2E9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C0664-7AD3-BC6C-DBB1-959330AD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643719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9D7B-BB50-B2AA-724C-C3BB0CB7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5B0A6-C011-835E-3F92-BCE3F5322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4386F-C106-0CDD-F374-68EE05BB0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CDD9E-9452-8CBB-E93F-C95C7971F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28/6/2026</a:t>
            </a:fld>
            <a:endParaRPr lang="es-H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6CE24-68C6-85C7-7B2D-D74AE4B76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31815-8D64-834D-6AB9-FE6653A25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017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6FDD-D0D3-FE7D-4F32-5A4DD5B5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2A6F3-CAA1-EBD2-03A5-4E59CD0A3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D6D66-5044-1A58-A943-6E84AFBC1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8EE76-5D55-237C-9D35-3217A12C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28/6/2026</a:t>
            </a:fld>
            <a:endParaRPr lang="es-H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2AEB-F55F-2944-2C7D-4A97AE62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4A65F-8B45-35FD-7560-4079F5DD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687474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931AF-0E83-B087-05FE-528EF2DC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314F8-3B8B-B852-E537-647280569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D92F0-0E15-756D-BA8D-BCAEE6A78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28/6/2026</a:t>
            </a:fld>
            <a:endParaRPr lang="es-H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9FA38-BB81-B620-8C5B-9241C0F3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C2E2F-0E20-0407-9D6D-FF020D09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350591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EAAEE5-5B29-1C19-A3C9-7FA467FFA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05D93-DF8D-154D-D864-ED0A3D0A1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8E922-D4DE-A896-A911-95625197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28/6/2026</a:t>
            </a:fld>
            <a:endParaRPr lang="es-H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C6195-E555-9EE5-510D-DC4D441A8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1202F-C70C-8BE1-5A98-DA361F30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51244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6F4B7-FB23-3359-C357-6FA1CF51D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C6DEE-34D8-0089-F868-77FE9D644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031AA-62C1-E029-6484-5598C621B7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1455B-5A8B-4E40-B47A-3E7D9ED3ECB3}" type="datetimeFigureOut">
              <a:rPr lang="es-HN" smtClean="0"/>
              <a:t>28/6/2026</a:t>
            </a:fld>
            <a:endParaRPr lang="es-H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DFF8A-E788-F553-3C29-427E55449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5E6EE-EBD4-70B8-5ADF-39FCFEF81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15D0E-FF94-44C6-B5D1-F380960F1B7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0015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97EEA2-8A63-07B5-573E-DC8331A5B942}"/>
              </a:ext>
            </a:extLst>
          </p:cNvPr>
          <p:cNvSpPr/>
          <p:nvPr/>
        </p:nvSpPr>
        <p:spPr>
          <a:xfrm>
            <a:off x="363166" y="113490"/>
            <a:ext cx="11487089" cy="6555165"/>
          </a:xfrm>
          <a:prstGeom prst="rect">
            <a:avLst/>
          </a:prstGeom>
          <a:noFill/>
          <a:ln>
            <a:solidFill>
              <a:srgbClr val="1DB95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E9EE5B-CA1A-FCA1-BC12-73285FC53CDA}"/>
              </a:ext>
            </a:extLst>
          </p:cNvPr>
          <p:cNvSpPr/>
          <p:nvPr/>
        </p:nvSpPr>
        <p:spPr>
          <a:xfrm>
            <a:off x="0" y="0"/>
            <a:ext cx="12192000" cy="11349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12B70A-3E01-5FA7-2DF7-21079CF19489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pic>
        <p:nvPicPr>
          <p:cNvPr id="2" name="Imagen 1" descr="File:Spotify logo with text.svg - Wikimedia Commons">
            <a:extLst>
              <a:ext uri="{FF2B5EF4-FFF2-40B4-BE49-F238E27FC236}">
                <a16:creationId xmlns:a16="http://schemas.microsoft.com/office/drawing/2014/main" id="{5506244B-CE3E-F2CE-5DE2-CD8CE0D4F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961" y="284755"/>
            <a:ext cx="2338848" cy="704091"/>
          </a:xfrm>
          <a:prstGeom prst="rect">
            <a:avLst/>
          </a:prstGeom>
        </p:spPr>
      </p:pic>
      <p:pic>
        <p:nvPicPr>
          <p:cNvPr id="9" name="Imagen 8" descr="Sound Bars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B69CE0D9-AE8A-B663-8240-7DA016D478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t="35421" b="36032"/>
          <a:stretch>
            <a:fillRect/>
          </a:stretch>
        </p:blipFill>
        <p:spPr>
          <a:xfrm>
            <a:off x="-9228" y="3706761"/>
            <a:ext cx="12201227" cy="278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55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253F1-E5DA-0203-E65B-5E58B89A7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C2F10F-63C6-A2A8-F6D2-47AC4D8F9C8B}"/>
              </a:ext>
            </a:extLst>
          </p:cNvPr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B4D70-C13B-6353-8331-C9FD008B1418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68BB5E-FD5B-DAF9-EDF6-904FB399BD49}"/>
              </a:ext>
            </a:extLst>
          </p:cNvPr>
          <p:cNvSpPr/>
          <p:nvPr/>
        </p:nvSpPr>
        <p:spPr>
          <a:xfrm>
            <a:off x="-1" y="71438"/>
            <a:ext cx="12192000" cy="6372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42281-0F38-8A6A-F2FC-52F2F903F60B}"/>
              </a:ext>
            </a:extLst>
          </p:cNvPr>
          <p:cNvSpPr txBox="1"/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s-HN" sz="1400" b="1" dirty="0" err="1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Sound</a:t>
            </a:r>
            <a:r>
              <a:rPr lang="es-HN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 Overview</a:t>
            </a:r>
          </a:p>
        </p:txBody>
      </p:sp>
    </p:spTree>
    <p:extLst>
      <p:ext uri="{BB962C8B-B14F-4D97-AF65-F5344CB8AC3E}">
        <p14:creationId xmlns:p14="http://schemas.microsoft.com/office/powerpoint/2010/main" val="1066413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3856F-9CCD-2AEC-3979-14F631AE1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EE48A88-3CB6-380C-DAA0-F4831AC9C598}"/>
              </a:ext>
            </a:extLst>
          </p:cNvPr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5C5C6C-6AAC-AB35-0113-42198382226B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9102E8-3D45-913D-49DD-10EAB215289B}"/>
              </a:ext>
            </a:extLst>
          </p:cNvPr>
          <p:cNvSpPr/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AC414B-3D31-A2DF-92AE-5F6E46319DB9}"/>
              </a:ext>
            </a:extLst>
          </p:cNvPr>
          <p:cNvSpPr/>
          <p:nvPr/>
        </p:nvSpPr>
        <p:spPr>
          <a:xfrm>
            <a:off x="-1" y="71438"/>
            <a:ext cx="12192000" cy="6372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3EAB1-91B1-756C-DBBA-90E9A10F0324}"/>
              </a:ext>
            </a:extLst>
          </p:cNvPr>
          <p:cNvSpPr txBox="1"/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s-HN" sz="1400" b="1" dirty="0" err="1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My</a:t>
            </a:r>
            <a:r>
              <a:rPr lang="es-HN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 Daily Rhythm</a:t>
            </a:r>
          </a:p>
        </p:txBody>
      </p:sp>
    </p:spTree>
    <p:extLst>
      <p:ext uri="{BB962C8B-B14F-4D97-AF65-F5344CB8AC3E}">
        <p14:creationId xmlns:p14="http://schemas.microsoft.com/office/powerpoint/2010/main" val="32130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99503-9F2C-1019-E9E0-55AF045D5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093B1A5-08C7-109C-921D-1BC2BEEB7903}"/>
              </a:ext>
            </a:extLst>
          </p:cNvPr>
          <p:cNvSpPr/>
          <p:nvPr/>
        </p:nvSpPr>
        <p:spPr>
          <a:xfrm>
            <a:off x="-1" y="71438"/>
            <a:ext cx="12192000" cy="6372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3A1450-8168-CA21-C388-1E583D47E00A}"/>
              </a:ext>
            </a:extLst>
          </p:cNvPr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4E6B0-B931-58DB-3F4D-9A2D9D3964A9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1444C5-995F-2286-F89A-7919280C211A}"/>
              </a:ext>
            </a:extLst>
          </p:cNvPr>
          <p:cNvSpPr/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EDC7C-5225-454C-74A5-14D17CC8B7E3}"/>
              </a:ext>
            </a:extLst>
          </p:cNvPr>
          <p:cNvSpPr txBox="1"/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s-HN" sz="1400" b="1" dirty="0" err="1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My</a:t>
            </a:r>
            <a:r>
              <a:rPr lang="es-HN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HN" sz="1400" b="1" dirty="0" err="1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Listening</a:t>
            </a:r>
            <a:r>
              <a:rPr lang="es-HN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 DNA</a:t>
            </a:r>
          </a:p>
        </p:txBody>
      </p:sp>
    </p:spTree>
    <p:extLst>
      <p:ext uri="{BB962C8B-B14F-4D97-AF65-F5344CB8AC3E}">
        <p14:creationId xmlns:p14="http://schemas.microsoft.com/office/powerpoint/2010/main" val="158671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36406-809E-050A-2B66-BAE2A129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0400F76-4FC3-43AA-EFEE-EDBF45DD0833}"/>
              </a:ext>
            </a:extLst>
          </p:cNvPr>
          <p:cNvSpPr/>
          <p:nvPr/>
        </p:nvSpPr>
        <p:spPr>
          <a:xfrm>
            <a:off x="-1" y="71438"/>
            <a:ext cx="12192000" cy="6372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A23A8B-2B0A-87D6-C99E-A71764183FA1}"/>
              </a:ext>
            </a:extLst>
          </p:cNvPr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C0E0C3-B75E-4B39-75BA-AFFD177B8398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48A06E-759F-7F50-A771-EBD0F1CEF011}"/>
              </a:ext>
            </a:extLst>
          </p:cNvPr>
          <p:cNvSpPr/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1AFBB-0ABE-FB8A-0E40-7AB0D31A9BEF}"/>
              </a:ext>
            </a:extLst>
          </p:cNvPr>
          <p:cNvSpPr txBox="1"/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s-HN" sz="1400" b="1" dirty="0" err="1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My</a:t>
            </a:r>
            <a:r>
              <a:rPr lang="es-HN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HN" sz="1400" b="1" dirty="0" err="1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Artists</a:t>
            </a:r>
            <a:endParaRPr lang="es-HN" sz="1400" b="1" dirty="0">
              <a:solidFill>
                <a:schemeClr val="bg1"/>
              </a:solidFill>
              <a:latin typeface="Georgia" panose="02040502050405020303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600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A81B1-189A-32B9-5C0E-22627713E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A906B02-9D48-AF94-FB85-D46DE196265F}"/>
              </a:ext>
            </a:extLst>
          </p:cNvPr>
          <p:cNvSpPr/>
          <p:nvPr/>
        </p:nvSpPr>
        <p:spPr>
          <a:xfrm>
            <a:off x="-1" y="71438"/>
            <a:ext cx="12192000" cy="6372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BD26C3-1667-8A58-3175-A49F311A26FE}"/>
              </a:ext>
            </a:extLst>
          </p:cNvPr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467423-115C-F8FE-7260-1BDC255A291E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09698D-422A-FEE8-12D9-9811A0C33ED7}"/>
              </a:ext>
            </a:extLst>
          </p:cNvPr>
          <p:cNvSpPr/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4C497-827F-B6EB-04B0-EF4683A5CFCF}"/>
              </a:ext>
            </a:extLst>
          </p:cNvPr>
          <p:cNvSpPr txBox="1"/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s-HN" sz="1400" b="1" dirty="0" err="1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Platforms</a:t>
            </a:r>
            <a:r>
              <a:rPr lang="es-HN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 &amp; </a:t>
            </a:r>
            <a:r>
              <a:rPr lang="es-HN" sz="1400" b="1" dirty="0" err="1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Context</a:t>
            </a:r>
            <a:endParaRPr lang="es-HN" sz="1400" b="1" dirty="0">
              <a:solidFill>
                <a:schemeClr val="bg1"/>
              </a:solidFill>
              <a:latin typeface="Georgia" panose="02040502050405020303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757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13</Words>
  <Application>Microsoft Office PowerPoint</Application>
  <PresentationFormat>Panorámica</PresentationFormat>
  <Paragraphs>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perez</dc:creator>
  <cp:lastModifiedBy>Cristian Edgardo Perez Lagos</cp:lastModifiedBy>
  <cp:revision>7</cp:revision>
  <dcterms:created xsi:type="dcterms:W3CDTF">2026-05-22T02:48:00Z</dcterms:created>
  <dcterms:modified xsi:type="dcterms:W3CDTF">2026-06-28T21:17:43Z</dcterms:modified>
</cp:coreProperties>
</file>